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F4E79"/>
                </a:solidFill>
              </a:defRPr>
            </a:pPr>
            <a:r>
              <a:t>TeloTracker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Subtelomere recombination analysis from ONT long-read sequencing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03807" y="4572000"/>
            <a:ext cx="301752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1.  Reference creation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87087" y="4572000"/>
            <a:ext cx="301752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2.  Feature labeling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70367" y="4572000"/>
            <a:ext cx="301752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3.  Recombination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1.  Reference creation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5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Selects high-quality day-0 reads anchored at each chromosome end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Extends contigs through the pretelomere using long-read soft-clips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Polishes with Flye (3 iterations) + Dorado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Produces one contig per chromosome covering centromere → telomere (all 32 ends)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30936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</a:defRPr>
            </a:pPr>
            <a:r>
              <a:t>Reference structure overview for 7172 — all 32 chr_ends</a:t>
            </a:r>
          </a:p>
        </p:txBody>
      </p:sp>
      <p:pic>
        <p:nvPicPr>
          <p:cNvPr id="8" name="Picture 7" descr="slide2_reference_overview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996" y="1371600"/>
            <a:ext cx="6322487" cy="38575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2.  Feature labeling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5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Annotates anchor, X-element, spacer, Y' array, and inter-Y' spacers per chr_end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BLAST + RepeatMasker drive feature identification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Y' elements clustered by sequence identity — colored IDs become the donor-tracking key for the recombination step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Per-chr_end schematic auto-generated for QC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</a:defRPr>
            </a:pPr>
            <a:r>
              <a:t>7172 chr14L — 3 Y' elements (ID1 / ID1 / ID2), X element, spacer, anchor</a:t>
            </a:r>
          </a:p>
        </p:txBody>
      </p:sp>
      <p:pic>
        <p:nvPicPr>
          <p:cNvPr id="8" name="Picture 7" descr="slide3_labeling_chr14L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176" y="4558440"/>
            <a:ext cx="8461168" cy="15815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3.  Recombination analysis  —  population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5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For each time-point sample, every read compared against day-0 features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Feature switches (Y' / X-element / spacer) flagged as recombination events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Outputs per-chr_end recombination summary, Y' delta plots, telomere-length distributions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7172 day 6: Y' loss at chr14L / chr16L, Y' gain at chr5L / chr12L</a:t>
            </a:r>
          </a:p>
        </p:txBody>
      </p:sp>
      <p:pic>
        <p:nvPicPr>
          <p:cNvPr id="6" name="Picture 5" descr="slide4a_delta_y_primes_day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49287"/>
            <a:ext cx="5852160" cy="23940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0080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</a:defRPr>
            </a:pPr>
            <a:r>
              <a:t>Y' count change per chr_end — 7172 day 6</a:t>
            </a:r>
          </a:p>
        </p:txBody>
      </p:sp>
      <p:pic>
        <p:nvPicPr>
          <p:cNvPr id="8" name="Picture 7" descr="slide4b_telomere_lengths_500b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218" y="3291840"/>
            <a:ext cx="4522123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64008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</a:defRPr>
            </a:pPr>
            <a:r>
              <a:t>Telomere repeat length distribution — 7172 day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3.  Recombination analysis  —  per-read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5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Example: chr2L day-6 read — native ID4 Y' preserved, then mid-array jump to chr4R's exact 7-Y' signature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Donor portion of the read is identical to chr4R's day-0 Y' array — no extension, no amplification, clean transfer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Red ★ marks the divergence point: chr2L's anchor / spacer / X / Y-1 stay native; everything telomere-side of Y-1 is chr4R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0632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B7380"/>
                </a:solidFill>
              </a:defRPr>
            </a:pPr>
            <a:r>
              <a:t>BEFORE</a:t>
            </a:r>
            <a:br/>
            <a:r>
              <a:t>chr2L  day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88620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</a:defRPr>
            </a:pPr>
            <a:r>
              <a:t>chr2L day-0 reference  —  1 Y' element (Y-1 ID4, orange — chr2L's native signature)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544568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DONOR</a:t>
            </a:r>
            <a:br/>
            <a:r>
              <a:t>chr4R  day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367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</a:defRPr>
            </a:pPr>
            <a:r>
              <a:t>chr4R day-0 reference  —  7 Y' elements (all ID1, grey — chr4R's distinctive 7-Y' signature)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025896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0392B"/>
                </a:solidFill>
              </a:defRPr>
            </a:pPr>
            <a:r>
              <a:t>AFTER</a:t>
            </a:r>
            <a:br/>
            <a:r>
              <a:t>chr2L  day 6  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684885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</a:defRPr>
            </a:pPr>
            <a:r>
              <a:t>chr2L day-6 read SRR33298426.227554  —  Y-1 native (ID4 orange) preserved, then ★ jump at Y-2 to chr4R's exact 7-Y' pattern</a:t>
            </a:r>
          </a:p>
        </p:txBody>
      </p:sp>
      <p:pic>
        <p:nvPicPr>
          <p:cNvPr id="15" name="Picture 14" descr="slide5_before_chr2L_day0_ref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965" y="2743200"/>
            <a:ext cx="3744310" cy="1143000"/>
          </a:xfrm>
          <a:prstGeom prst="rect">
            <a:avLst/>
          </a:prstGeom>
        </p:spPr>
      </p:pic>
      <p:pic>
        <p:nvPicPr>
          <p:cNvPr id="16" name="Picture 15" descr="slide5_donor_chr4R_day0_ref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273" y="4546649"/>
            <a:ext cx="4267694" cy="498757"/>
          </a:xfrm>
          <a:prstGeom prst="rect">
            <a:avLst/>
          </a:prstGeom>
        </p:spPr>
      </p:pic>
      <p:pic>
        <p:nvPicPr>
          <p:cNvPr id="17" name="Picture 16" descr="slide5_after_chr2L_day6_read_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5748591"/>
            <a:ext cx="10058400" cy="10575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401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Malkov, Andrey</cp:lastModifiedBy>
  <cp:revision>2</cp:revision>
  <dcterms:created xsi:type="dcterms:W3CDTF">2013-01-27T09:14:16Z</dcterms:created>
  <dcterms:modified xsi:type="dcterms:W3CDTF">2026-06-18T23:13:57Z</dcterms:modified>
  <cp:category/>
</cp:coreProperties>
</file>